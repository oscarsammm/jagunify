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9f12d5d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9f12d5d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f12d5d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f12d5d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f12d5dc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9f12d5d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9f12d5dc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9f12d5dc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f12d5dc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9f12d5d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f12d5dc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9f12d5dc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9f12d5dc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9f12d5dc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f12d5dc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f12d5dc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RbQGtWNQ85_zgo-stsn_4aPS-JC20yZX/view" TargetMode="External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67283" y="614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JagUnify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021650" y="4038875"/>
            <a:ext cx="71007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Dustin Heagerty, Ian Arredondo, Trieu Do, Christian Hernandez,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Oscar Hernandez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The Problem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●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TAMUSA students have no reliable way to get fast, accurate answers about academic policies, degree requirements, and admissions.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●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catalog spans hundreds of pages across dozens of URLs.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●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Advisors are bottlenecked; students get inconsistent answers.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●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Existing tools hallucinate or cite sources that don't exist.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Char char="●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JagUnify answers academic questions using only verified, indexed content from the official TAMUSA catalog.</a:t>
            </a:r>
            <a:endParaRPr sz="1300">
              <a:solidFill>
                <a:schemeClr val="dk1"/>
              </a:solidFill>
              <a:highlight>
                <a:srgbClr val="26262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95150" y="241675"/>
            <a:ext cx="2209500" cy="13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Data Flow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Pipeline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4650" y="120838"/>
            <a:ext cx="5327250" cy="490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51375" y="3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Design Decisions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151375" y="885700"/>
            <a:ext cx="5120400" cy="42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Two-Stage Retrieval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●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Vector search: 20 candidates -&gt; cross-encoder reranker -&gt; top 7 to LLM.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●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Result: relevance by semantic alignment, not keyword overlap.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Strict Grounding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●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Citation required on every factual sentence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●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Automatic refusal when catalog support is insufficient.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●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 hallucinated URLs - formatter maps every [n] to a verified source.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Frontend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●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frontend is a React chat interface with inline citation links, source previews, and user-facing error states for backend timeouts and connectivity issues 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BFBFBF"/>
              </a:solidFill>
              <a:highlight>
                <a:srgbClr val="191A1B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775" y="2989362"/>
            <a:ext cx="3558202" cy="17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1775" y="805275"/>
            <a:ext cx="3260700" cy="203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Evaluation Results - 28 Test Cases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t/>
            </a:r>
            <a:endParaRPr sz="1000">
              <a:solidFill>
                <a:srgbClr val="BFBFBF"/>
              </a:solidFill>
              <a:highlight>
                <a:srgbClr val="191A1B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45675"/>
            <a:ext cx="458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Retrieval Accuracy  │ 100% 14/14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Grounding Accuracy  │ 100% 14/14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Refusal Accuracy    │ 100%  5/5 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Every grounded answer cites a real catalog source.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Every out-of-scope question is refused without hallucination.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659499"/>
            <a:ext cx="8644549" cy="102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Individual Contributions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4988400" cy="3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Ian Arredondo - RAG pipeline · Data integration · Grounding protocols · AI Integration 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Christian Hernandez - Demo script · Mobile demo · Architecture diagram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Trieu Do - React frontend · Citation tooltip · Error state UX · Input sanitization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Dustin Heagerty - PRD scope definition · Go/No-Go assessment · Refusal test cases</a:t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Oscar Hernandez - Data sources documentation · Chunk size experiments</a:t>
            </a:r>
            <a:endParaRPr sz="4400">
              <a:solidFill>
                <a:schemeClr val="dk1"/>
              </a:solidFill>
              <a:highlight>
                <a:srgbClr val="26262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Live Demo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t/>
            </a:r>
            <a:endParaRPr sz="1000">
              <a:solidFill>
                <a:srgbClr val="BFBFBF"/>
              </a:solidFill>
              <a:highlight>
                <a:srgbClr val="191A1B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Three Scenarios: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 Admissions - grounded answer with citations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Grade appeal + follow-up - multi-turn via condense_question()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 Dining - clean refusal, no hallucination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Questions: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Admissions - "What are the admission requirements for first-year students at TAMUSA?"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Grade appeal + follow up - "What is the required GPA to avoid academic probation?"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Dining - "What dining options are available on campus?"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74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Demo Video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5" name="Google Shape;105;p20" title="2026-04-29 04-14-5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0673" y="1492250"/>
            <a:ext cx="4893749" cy="275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Closing / Q&amp;A</a:t>
            </a:r>
            <a:endParaRPr b="1"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99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github.com/OscarSammm/JagUnify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Questions?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